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2" r:id="rId10"/>
    <p:sldId id="268" r:id="rId11"/>
    <p:sldId id="264" r:id="rId12"/>
    <p:sldId id="269" r:id="rId13"/>
    <p:sldId id="263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503B-44C5-AEE3-7C89-D7F37BAC4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ECF7E-A1F5-D918-2D0D-53A2AAD48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5E24C-5035-208E-9CBC-CE922646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9342E-605B-7794-2D03-C90BFB9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55F36-9338-F70A-4CED-C3F53142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845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4C04-8EDA-9883-F969-A2884F46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0E528-8869-5FD4-1E99-9D6A62CDE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9FCDE-DB52-A534-AE0A-8C9E2B3A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F1793-93DE-E6B9-6E6C-E8AA11D8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F0442-42FE-4C53-5FBB-4E71919B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65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4C83-EB59-A57C-3C7C-DF8319A8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31A1C-A9F3-F80D-3492-7C1A18B7C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75484-FDFC-B32F-720F-3B43A689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DD47B-4F9A-F1FB-508E-99FD8E05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3B0EA-33B1-E2E0-889C-618DAB47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021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112F-6A26-5967-3EF7-59D64373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E529C-DD37-6323-FA71-08A75EC92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29FCA-8452-0113-9847-356204B52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A6310-04C1-0062-73A7-0E0D0762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4968E-C7A5-7E16-9696-583E2B29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A9356-805D-9EDD-26C2-E3450557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60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2F5A-B9FE-3C53-74BF-62DDDA03F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E0C60-C713-36D5-F821-0B1A1A979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30562-EBA2-A00A-7416-70B711DF4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80AB-5F9B-E2B0-B68E-79D2FB9A8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F8619-C13C-CE32-C61F-37016BF36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BED3F-7B81-8E51-5780-E38A6B9C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7D705-3716-C383-BD45-F4A5C279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C8395-4457-BD05-C76C-B096AC06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20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4ED4-34DB-0AFA-5741-3DEBDF4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089EA-F163-EBF4-B79F-134E5DE7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6174D-FB07-A9A0-C5B6-A8933879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CBED7-E8B4-2E6D-15AB-66387449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96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DA80F-14F8-F7B0-13E2-838AC3E4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8AF53-7C0B-F88A-8AAA-A4A28498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EA027-1BA4-A7D6-B30C-BFBEA870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900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2076-7E8A-91DF-07D6-907149FA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27480-BF84-8D63-13CB-1F8118639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949D3-F834-4FE2-B45A-8F03B21C5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CA636-CBF4-9B4C-72E3-9852FB36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E1AFD-7751-D9CC-3D90-B8BD71390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4F142-6C1B-0D04-52DC-8F6771B4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74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D6F4-79DF-48EA-9457-DBC6DDB2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5B963-B5DC-AD53-C8FB-12C6E0B53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CA5C2-3242-5C7A-2784-60EB9E2B7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54048-EAD1-48A1-3216-E0F92CA5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6B60E-E037-E448-AC39-833565C59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8FEF0-C209-7006-2DF1-77F5D5F7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67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1A45-3F1A-E73B-4A6A-80A821EF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794DA-A1D9-C0F8-CEC5-D726A56A0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1D559-2827-B90D-02BA-9927F83C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A4888-68F5-8B73-2E2A-C434F3095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0730A-EB6F-E53C-2D4F-47AA265E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91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00CAC-D929-8E26-BD17-43F96CD9E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0D025-C831-777D-2ACC-095492903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4B4C2-A48E-A9B5-CFD3-6F39BA7A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10C7B-7ED3-06AB-27B6-7D97745C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CBFF3-B591-B7A9-4C12-20EF3C9B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6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67BA49-611C-06CB-9CAF-AE3FBF91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165E6-0651-E15B-7F3D-24076AA12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89E7F-917F-3859-05F9-58A8E9DD5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6DCAE-BE68-45B8-BCDF-AF533F98727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AC980-426B-5CAC-5737-84395DD4C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B1DEF-F82E-BE0B-F8CC-13C7325A4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65846-9320-44F1-8054-21FF09CC6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45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B408-0AAC-2CF0-07EE-5BEC55963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Python Tutorial for Beginners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62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0D7F-2B30-50D2-78A7-CE872F77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8648B-0C68-7579-5CBF-ECBD77A7E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We will the Python IDLE in this tutorial. </a:t>
            </a:r>
          </a:p>
          <a:p>
            <a:r>
              <a:rPr lang="en-IN" dirty="0"/>
              <a:t>The language that the computer understands is Binary Code </a:t>
            </a:r>
            <a:r>
              <a:rPr lang="en-IN" dirty="0" err="1"/>
              <a:t>i.e</a:t>
            </a:r>
            <a:r>
              <a:rPr lang="en-IN" dirty="0"/>
              <a:t>, 0 and 1. </a:t>
            </a:r>
          </a:p>
          <a:p>
            <a:r>
              <a:rPr lang="en-IN" dirty="0"/>
              <a:t>We use a programming language to write code, which is neither a binary language nor English. </a:t>
            </a:r>
          </a:p>
          <a:p>
            <a:r>
              <a:rPr lang="en-IN" dirty="0"/>
              <a:t>Programming language has its own protocols and grammar which we use. </a:t>
            </a:r>
          </a:p>
          <a:p>
            <a:r>
              <a:rPr lang="en-IN" dirty="0"/>
              <a:t>We will write code in a programming language say Python and then it will convert into a binary format that the computer will understand. </a:t>
            </a:r>
          </a:p>
          <a:p>
            <a:r>
              <a:rPr lang="en-IN" dirty="0"/>
              <a:t>We can perform several operations using Python language.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841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A437-478A-6A0E-AA80-74A60EA2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C172-BDA2-12FA-3165-67D18AE54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EBFE1-3F16-E630-D49E-73542E760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Starting with operations like Addition, Subtraction, Multiplication, and Division. </a:t>
            </a:r>
          </a:p>
          <a:p>
            <a:r>
              <a:rPr lang="en-IN" dirty="0"/>
              <a:t>We do addition, subtraction and multiplication with integer values, and then it gives us answers also in integer data type. </a:t>
            </a:r>
          </a:p>
          <a:p>
            <a:r>
              <a:rPr lang="en-IN" dirty="0"/>
              <a:t>But when performing division with integer values then it gives us an answer in float data type. </a:t>
            </a:r>
          </a:p>
          <a:p>
            <a:r>
              <a:rPr lang="en-IN" dirty="0"/>
              <a:t>Float stands for Floating Point Representation. </a:t>
            </a:r>
          </a:p>
          <a:p>
            <a:r>
              <a:rPr lang="en-IN" dirty="0"/>
              <a:t>When we divide two integer values then it might be possible that the answer can in decimal. </a:t>
            </a:r>
          </a:p>
          <a:p>
            <a:r>
              <a:rPr lang="en-IN" dirty="0"/>
              <a:t>e.g., 5/2 = 2.5</a:t>
            </a:r>
          </a:p>
        </p:txBody>
      </p:sp>
    </p:spTree>
    <p:extLst>
      <p:ext uri="{BB962C8B-B14F-4D97-AF65-F5344CB8AC3E}">
        <p14:creationId xmlns:p14="http://schemas.microsoft.com/office/powerpoint/2010/main" val="286153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466B8-36C9-9E35-ADE7-EA0E675D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0E86-66C6-E23E-6343-D79E3F00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4C4D4-7953-AC52-1CB7-FAC758A43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As the interpreter wants to give you an exact answer for the division also, it will return it in float. </a:t>
            </a:r>
          </a:p>
          <a:p>
            <a:r>
              <a:rPr lang="en-IN" dirty="0"/>
              <a:t>If you want to get only the quotient part or the integer part of the answer and want to neglect the decimal value, it can be done with the help of (//). </a:t>
            </a:r>
          </a:p>
          <a:p>
            <a:r>
              <a:rPr lang="en-IN" dirty="0"/>
              <a:t>// (double slash) is used for division when you want to return only an integer value in the answer. </a:t>
            </a:r>
          </a:p>
          <a:p>
            <a:r>
              <a:rPr lang="en-IN" dirty="0"/>
              <a:t>// is also called Integer Division or Floor Division. </a:t>
            </a:r>
          </a:p>
          <a:p>
            <a:r>
              <a:rPr lang="en-IN" dirty="0"/>
              <a:t>We can multiple operations in a single statement as well. </a:t>
            </a:r>
          </a:p>
          <a:p>
            <a:r>
              <a:rPr lang="en-IN" dirty="0"/>
              <a:t>We need to follow the proper syntax for the programming language. </a:t>
            </a:r>
          </a:p>
          <a:p>
            <a:r>
              <a:rPr lang="en-IN" dirty="0"/>
              <a:t>If we apply an operation but do not give operands, then it will give an error. </a:t>
            </a:r>
          </a:p>
          <a:p>
            <a:r>
              <a:rPr lang="en-IN" dirty="0"/>
              <a:t>8+9- = Error</a:t>
            </a:r>
          </a:p>
        </p:txBody>
      </p:sp>
    </p:spTree>
    <p:extLst>
      <p:ext uri="{BB962C8B-B14F-4D97-AF65-F5344CB8AC3E}">
        <p14:creationId xmlns:p14="http://schemas.microsoft.com/office/powerpoint/2010/main" val="153056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318CA-1F2E-4B9F-A68E-AF865FF1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CED7-D86A-6AAA-D59E-53416DED5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16FC8-BEB4-A0C2-717B-97D048858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We can also apply BODMASS rules of mathematics to perform operations. </a:t>
            </a:r>
          </a:p>
          <a:p>
            <a:r>
              <a:rPr lang="en-IN" dirty="0"/>
              <a:t>Double asterisks (**) is used to find the power of a number. </a:t>
            </a:r>
          </a:p>
          <a:p>
            <a:r>
              <a:rPr lang="en-IN" dirty="0"/>
              <a:t>number ** power = 2**3 = 2*2*2 To get the remainder, we use the modulus operator (%).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74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C491-2B30-05C8-B8BD-0109CFC2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FDD2F1-CBB7-4F74-6658-64DE023B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8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205F-CABD-7FC4-5C62-026A275C2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FED8-92C3-E15C-0060-B3168F6D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F3915-456D-97ED-E071-A782AA776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String is a combination of characters like "</a:t>
            </a:r>
            <a:r>
              <a:rPr lang="en-IN" dirty="0" err="1"/>
              <a:t>Youtube</a:t>
            </a:r>
            <a:r>
              <a:rPr lang="en-IN" dirty="0"/>
              <a:t>", "Camera", "</a:t>
            </a:r>
            <a:r>
              <a:rPr lang="en-IN" dirty="0" err="1"/>
              <a:t>Telusko</a:t>
            </a:r>
            <a:r>
              <a:rPr lang="en-IN" dirty="0"/>
              <a:t>", "Python", etc., all are strings. </a:t>
            </a:r>
          </a:p>
          <a:p>
            <a:r>
              <a:rPr lang="en-IN" dirty="0"/>
              <a:t>Whenever we use strings, we need to use double quotes(" ") or single quotes(' ') with it in python. </a:t>
            </a:r>
          </a:p>
          <a:p>
            <a:r>
              <a:rPr lang="en-IN" dirty="0"/>
              <a:t>If you back-slash(\) to tell the python to ignore the special meaning of that double and single quotes. </a:t>
            </a:r>
          </a:p>
          <a:p>
            <a:r>
              <a:rPr lang="en-IN" dirty="0"/>
              <a:t>If you use a back-slash before a single or double quotes then the quote is also treated as a simple character.</a:t>
            </a:r>
          </a:p>
        </p:txBody>
      </p:sp>
    </p:spTree>
    <p:extLst>
      <p:ext uri="{BB962C8B-B14F-4D97-AF65-F5344CB8AC3E}">
        <p14:creationId xmlns:p14="http://schemas.microsoft.com/office/powerpoint/2010/main" val="277481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FE3B-197D-FCE3-984C-D5DCA96B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25E9A0-9A7E-3DDD-400E-5363E8EFD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7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E7EB7-3C0C-DC6D-B567-F3DE15FC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E00E-38EE-E1E9-8F8C-F98F12A4D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C6E1-44D4-3DD3-EEED-9B53F21EE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Function is a set of tasks that can be done. We need to call functions. There are several functions in Python like the print() function. </a:t>
            </a:r>
          </a:p>
          <a:p>
            <a:r>
              <a:rPr lang="en-IN" dirty="0"/>
              <a:t>Round brackets are used with a function to pass a parameter in it. </a:t>
            </a:r>
          </a:p>
          <a:p>
            <a:r>
              <a:rPr lang="en-IN" dirty="0"/>
              <a:t>We can define our own functions as well. 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60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95E89-15DB-31AA-CE6F-EE21E4E3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274407-CCEF-A879-07A2-ECCA54575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0858"/>
            <a:ext cx="12192000" cy="89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13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6D6EA-B05B-141C-718A-6FC456B5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DA90-C855-3137-534B-11AEB63B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36438-EF38-F5B0-BD19-0FEF2A3D5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Concatenation is used to combine two things like we can convert two strings into one using concatenation. </a:t>
            </a:r>
          </a:p>
          <a:p>
            <a:r>
              <a:rPr lang="en-IN" dirty="0"/>
              <a:t>Concatenation is done using the (+) operator. </a:t>
            </a:r>
          </a:p>
          <a:p>
            <a:r>
              <a:rPr lang="en-IN" dirty="0"/>
              <a:t>e.g., '</a:t>
            </a:r>
            <a:r>
              <a:rPr lang="en-IN" dirty="0" err="1"/>
              <a:t>navin</a:t>
            </a:r>
            <a:r>
              <a:rPr lang="en-IN" dirty="0"/>
              <a:t>' + '</a:t>
            </a:r>
            <a:r>
              <a:rPr lang="en-IN" dirty="0" err="1"/>
              <a:t>navin</a:t>
            </a:r>
            <a:r>
              <a:rPr lang="en-IN" dirty="0"/>
              <a:t>’</a:t>
            </a:r>
          </a:p>
          <a:p>
            <a:r>
              <a:rPr lang="en-IN" dirty="0"/>
              <a:t>Repetition is used to print a single value multiple times like we can print a string like "Navin" multiple times. </a:t>
            </a:r>
          </a:p>
          <a:p>
            <a:r>
              <a:rPr lang="en-IN" dirty="0"/>
              <a:t>Repetition is done using the (*) operator. </a:t>
            </a:r>
          </a:p>
          <a:p>
            <a:r>
              <a:rPr lang="en-IN" dirty="0"/>
              <a:t>e.g., '</a:t>
            </a:r>
            <a:r>
              <a:rPr lang="en-IN" dirty="0" err="1"/>
              <a:t>navin</a:t>
            </a:r>
            <a:r>
              <a:rPr lang="en-IN" dirty="0"/>
              <a:t>' * 3</a:t>
            </a:r>
          </a:p>
        </p:txBody>
      </p:sp>
    </p:spTree>
    <p:extLst>
      <p:ext uri="{BB962C8B-B14F-4D97-AF65-F5344CB8AC3E}">
        <p14:creationId xmlns:p14="http://schemas.microsoft.com/office/powerpoint/2010/main" val="552723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31FE-8BDC-E718-31AF-B4D95ECA6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539306-6349-F84C-CFFE-9A6EADE43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6824"/>
            <a:ext cx="12192000" cy="182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3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A114-8680-B61D-E66D-6B36FEF70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D211-B20A-0F61-ECF6-43C578AE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62067-3A70-781B-5202-1DCB109B7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(\n) has a special meaning in Python. It is used to enter a new line. </a:t>
            </a:r>
          </a:p>
          <a:p>
            <a:r>
              <a:rPr lang="en-IN" dirty="0"/>
              <a:t>To print the original string or to neglect the meaning of \n, we have to use a Raw String. </a:t>
            </a:r>
          </a:p>
          <a:p>
            <a:r>
              <a:rPr lang="en-IN" dirty="0"/>
              <a:t>Raw string is a string that returns it as it is without making any changes to it. </a:t>
            </a:r>
          </a:p>
          <a:p>
            <a:r>
              <a:rPr lang="en-IN" dirty="0"/>
              <a:t>We have to specify (r) before the quote to print the same string that is present inside the quotes.</a:t>
            </a:r>
          </a:p>
        </p:txBody>
      </p:sp>
    </p:spTree>
    <p:extLst>
      <p:ext uri="{BB962C8B-B14F-4D97-AF65-F5344CB8AC3E}">
        <p14:creationId xmlns:p14="http://schemas.microsoft.com/office/powerpoint/2010/main" val="2663847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A85AD-7FDF-77EC-3AAA-0968BE6A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07C22-1B7C-0534-D4E7-05CD0C02F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5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671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Python Tutorial for Beginners </vt:lpstr>
      <vt:lpstr>#1</vt:lpstr>
      <vt:lpstr>#2</vt:lpstr>
      <vt:lpstr>#2</vt:lpstr>
      <vt:lpstr>#2</vt:lpstr>
      <vt:lpstr>PowerPoint Presentation</vt:lpstr>
      <vt:lpstr>#3</vt:lpstr>
      <vt:lpstr>PowerPoint Presentation</vt:lpstr>
      <vt:lpstr>#4</vt:lpstr>
      <vt:lpstr>PowerPoint Presentation</vt:lpstr>
      <vt:lpstr>#5</vt:lpstr>
      <vt:lpstr>PowerPoint Presentation</vt:lpstr>
      <vt:lpstr>#6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Krishnaba Solanki</dc:creator>
  <cp:lastModifiedBy>Krishnaba Solanki</cp:lastModifiedBy>
  <cp:revision>11</cp:revision>
  <dcterms:created xsi:type="dcterms:W3CDTF">2026-06-14T06:19:41Z</dcterms:created>
  <dcterms:modified xsi:type="dcterms:W3CDTF">2026-06-21T06:40:42Z</dcterms:modified>
</cp:coreProperties>
</file>