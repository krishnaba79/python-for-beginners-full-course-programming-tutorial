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234F-799D-2370-11B0-20FD624C2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86AE1-A0FF-9C4D-7BA3-8F9229269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64FB5-885C-6F04-F57D-E5415256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C7A2E-A01A-2FD6-B614-6419F2F8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47DAE-0F48-DF47-D1FD-D4725F828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35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CF96-F8BA-535A-2BDD-4869EE74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B2758-4DA7-0A33-2053-9EF4C9562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9E824-9C8D-8A26-BB49-7DC55D86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23089-A940-738D-DFE2-2AD8B0D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1B559-FC1F-C2A4-2E6E-79C8CC42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263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00FE-1217-6C03-EE0E-91B0662E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294AE-2C1B-DD1F-12CA-A760224B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C7753-E933-B1A9-E6ED-DBD8FBD7B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FB9D4-0352-BEB5-C538-471894E8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6F036-4491-60CD-6CB7-E8076455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08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FB7EE-EA98-688C-3696-D6A7D8E1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99F61-C183-9A0E-7276-317C03122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7976B-6A32-1137-E967-35D8FCCA0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011F6-5935-B1BC-BDC5-380E062E3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FF792-15E6-D6BF-E2E1-8D3BFA8C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89EBE-6DBD-161C-65AE-FCE6B11E7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99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828A-4BFF-79DA-6FBD-E57AE07F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2021-7074-F807-E35C-DE4046C8A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A3D33-0B2D-605B-4DA6-85DD83274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56A9F-0C02-C730-A5A9-0BFF9A248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B8108-32AF-6059-F3D7-DED2A177C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2CDE1-2BE6-9CF6-A279-EFC90A36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0CA128-E633-247F-9AF9-889B0B6A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1E576-46CB-6A85-F71A-E8FCDEE3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76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C18B9-9676-B511-EC0E-B0CAFDEE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38C4B-7AE9-A1A4-5041-C3E7492A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C0E86-3482-A138-66FF-62400958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FA0D0-91EB-D683-2620-024DA4E6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13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820F51-F0D6-0DA6-54A6-37E7D432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3EB7D-F58B-FD5B-F874-096314E3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9CEB3-68B6-7E60-A982-A676709B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6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E800-AAC1-D06D-64CA-7A583972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2108-3446-3542-E218-FA764838D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3DEBA-C9EF-850E-965E-D8284E928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E860F-81AA-7494-3553-D2A6F84E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CFE2F-FA29-B658-26C5-50AD1664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DA072-C764-001C-0797-1FE8777E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251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5A62-A475-FF5A-F8AB-064E144D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78CCE-2882-1979-3647-62DF88F20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53411-D178-BD9F-91B6-CC3982323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011A5-11AD-2EF3-E231-3B3EEE6E7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941FA-F75F-79A8-5BDE-8F4F5F3A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187A4-801E-AC51-9021-A7868EAA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97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80F8-03B7-C790-6299-BC0E4576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481D3-99A1-2B2D-9481-7981E8EF5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112E3-1AE0-31E2-B465-34B1C8A6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21AEA-EF45-3E31-47CF-DB1FE196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58576-8295-EFCC-DFD4-D7231F0C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92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04DC4-0233-C973-2A0B-2AC962497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AD2F1-2D8C-9293-4746-07AF1968F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255C7-D721-C579-66C5-96840960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4463C-103C-08FB-164D-1EE998F9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74A1E-958E-8380-7C6A-C564F434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39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717DFA-B1A9-8F61-C010-18E2BCE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8A673-F341-1E6A-5130-18C731525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3D9AB-BE30-6E23-614A-5F8B29BF7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6F307-C564-44BD-B4B6-95810101CCF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D82FF-2A3C-0AF6-3368-E15699FB8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0B191-C569-BE96-0115-F340C9918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AF51-B8E3-43F3-9442-C99A5CBAF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02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hashtag/her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hashtag/fr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hashtag/negative" TargetMode="External"/><Relationship Id="rId2" Type="http://schemas.openxmlformats.org/officeDocument/2006/relationships/hyperlink" Target="https://www.youtube.com/hashtag/positiv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60CE-CED8-2497-D6FB-253D2E09B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#4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4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6E76-64C5-6292-B787-D4A20655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869C4-9ED1-AEC8-2C7E-57DB40DB9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Variable: It is a container where we can put our value</a:t>
            </a:r>
          </a:p>
          <a:p>
            <a:r>
              <a:rPr lang="en-IN" dirty="0" err="1"/>
              <a:t>e.g</a:t>
            </a:r>
            <a:r>
              <a:rPr lang="en-IN" dirty="0"/>
              <a:t> </a:t>
            </a:r>
          </a:p>
          <a:p>
            <a:r>
              <a:rPr lang="en-IN" dirty="0"/>
              <a:t>x=2 </a:t>
            </a:r>
            <a:r>
              <a:rPr lang="en-IN" dirty="0">
                <a:hlinkClick r:id="rId2"/>
              </a:rPr>
              <a:t>#here</a:t>
            </a:r>
            <a:r>
              <a:rPr lang="en-IN" dirty="0"/>
              <a:t> x is variable and 2 is value</a:t>
            </a:r>
          </a:p>
          <a:p>
            <a:r>
              <a:rPr lang="en-IN" dirty="0"/>
              <a:t>x+3</a:t>
            </a:r>
          </a:p>
          <a:p>
            <a:r>
              <a:rPr lang="en-IN" dirty="0"/>
              <a:t>5</a:t>
            </a:r>
          </a:p>
          <a:p>
            <a:r>
              <a:rPr lang="en-IN" dirty="0"/>
              <a:t>y=3</a:t>
            </a:r>
          </a:p>
          <a:p>
            <a:r>
              <a:rPr lang="en-IN" dirty="0" err="1"/>
              <a:t>Note:If</a:t>
            </a:r>
            <a:r>
              <a:rPr lang="en-IN" dirty="0"/>
              <a:t> I want to use output of previous operation so we use underscore (_) </a:t>
            </a:r>
          </a:p>
          <a:p>
            <a:r>
              <a:rPr lang="en-IN" dirty="0"/>
              <a:t>_+y</a:t>
            </a:r>
          </a:p>
          <a:p>
            <a:r>
              <a:rPr lang="en-IN" dirty="0"/>
              <a:t>8 # previous output 5 and y is 3 </a:t>
            </a:r>
          </a:p>
        </p:txBody>
      </p:sp>
    </p:spTree>
    <p:extLst>
      <p:ext uri="{BB962C8B-B14F-4D97-AF65-F5344CB8AC3E}">
        <p14:creationId xmlns:p14="http://schemas.microsoft.com/office/powerpoint/2010/main" val="82116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286C-A0F7-5610-B706-2361D0CA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AA952-8558-909A-1002-430F5DD72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Use String as a variable:</a:t>
            </a:r>
          </a:p>
          <a:p>
            <a:r>
              <a:rPr lang="en-IN" dirty="0"/>
              <a:t> Strings in python are surrounded by either single quotation marks, or double quotation marks.</a:t>
            </a:r>
          </a:p>
          <a:p>
            <a:r>
              <a:rPr lang="en-IN" dirty="0" err="1"/>
              <a:t>e.g</a:t>
            </a:r>
            <a:r>
              <a:rPr lang="en-IN" dirty="0"/>
              <a:t> "shiva" ,'shiva’</a:t>
            </a:r>
          </a:p>
          <a:p>
            <a:r>
              <a:rPr lang="en-IN" dirty="0"/>
              <a:t>Assign String to a Variable:</a:t>
            </a:r>
          </a:p>
          <a:p>
            <a:r>
              <a:rPr lang="en-IN" dirty="0"/>
              <a:t>Assigning a string to a variable is done with the variable name followed by an equal sign and the string:</a:t>
            </a:r>
          </a:p>
          <a:p>
            <a:r>
              <a:rPr lang="en-IN" dirty="0"/>
              <a:t>name='shiva’</a:t>
            </a:r>
          </a:p>
          <a:p>
            <a:r>
              <a:rPr lang="en-IN" dirty="0"/>
              <a:t>Name</a:t>
            </a:r>
          </a:p>
          <a:p>
            <a:r>
              <a:rPr lang="en-IN" dirty="0"/>
              <a:t>shiva</a:t>
            </a:r>
          </a:p>
        </p:txBody>
      </p:sp>
    </p:spTree>
    <p:extLst>
      <p:ext uri="{BB962C8B-B14F-4D97-AF65-F5344CB8AC3E}">
        <p14:creationId xmlns:p14="http://schemas.microsoft.com/office/powerpoint/2010/main" val="334345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142E-3D7C-14DB-1025-77A9E761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4D927-E387-EFDF-8FB2-FDDF130E8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Slicing String:</a:t>
            </a:r>
          </a:p>
          <a:p>
            <a:r>
              <a:rPr lang="en-IN" dirty="0"/>
              <a:t>we can return a range of characters by using the slice syntax.</a:t>
            </a:r>
          </a:p>
          <a:p>
            <a:r>
              <a:rPr lang="en-IN" dirty="0"/>
              <a:t>Specify the start index and the end index, separated by a colon, to return a part of the string.</a:t>
            </a:r>
          </a:p>
          <a:p>
            <a:r>
              <a:rPr lang="en-IN" dirty="0"/>
              <a:t>Get the characters from position 2 to position 5 (not included):</a:t>
            </a:r>
          </a:p>
          <a:p>
            <a:r>
              <a:rPr lang="en-IN" dirty="0"/>
              <a:t>name='</a:t>
            </a:r>
            <a:r>
              <a:rPr lang="en-IN" dirty="0" err="1"/>
              <a:t>youtube</a:t>
            </a:r>
            <a:r>
              <a:rPr lang="en-IN" dirty="0"/>
              <a:t>’</a:t>
            </a:r>
          </a:p>
          <a:p>
            <a:r>
              <a:rPr lang="en-IN" dirty="0"/>
              <a:t>name[2:5]</a:t>
            </a:r>
          </a:p>
          <a:p>
            <a:r>
              <a:rPr lang="en-IN" dirty="0"/>
              <a:t>'utu'</a:t>
            </a:r>
          </a:p>
        </p:txBody>
      </p:sp>
    </p:spTree>
    <p:extLst>
      <p:ext uri="{BB962C8B-B14F-4D97-AF65-F5344CB8AC3E}">
        <p14:creationId xmlns:p14="http://schemas.microsoft.com/office/powerpoint/2010/main" val="26018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E4A9-7E88-5CB0-FCE5-5D2BF026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39213-2C53-800A-BFF6-80ABDF16C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Slice From the Start:</a:t>
            </a:r>
          </a:p>
          <a:p>
            <a:r>
              <a:rPr lang="en-IN" dirty="0"/>
              <a:t>name[:5] </a:t>
            </a:r>
            <a:r>
              <a:rPr lang="en-IN" dirty="0">
                <a:hlinkClick r:id="rId2"/>
              </a:rPr>
              <a:t>#from</a:t>
            </a:r>
            <a:r>
              <a:rPr lang="en-IN" dirty="0"/>
              <a:t> starting to index 5 (exclude)</a:t>
            </a:r>
          </a:p>
          <a:p>
            <a:r>
              <a:rPr lang="en-IN" dirty="0"/>
              <a:t>'</a:t>
            </a:r>
            <a:r>
              <a:rPr lang="en-IN" dirty="0" err="1"/>
              <a:t>youtu</a:t>
            </a:r>
            <a:r>
              <a:rPr lang="en-IN" dirty="0"/>
              <a:t>’</a:t>
            </a:r>
          </a:p>
          <a:p>
            <a:r>
              <a:rPr lang="en-IN" dirty="0"/>
              <a:t>Slice To the End:</a:t>
            </a:r>
          </a:p>
          <a:p>
            <a:r>
              <a:rPr lang="en-IN" dirty="0"/>
              <a:t>name[2:] </a:t>
            </a:r>
            <a:r>
              <a:rPr lang="en-IN" dirty="0">
                <a:hlinkClick r:id="rId2"/>
              </a:rPr>
              <a:t>#from</a:t>
            </a:r>
            <a:r>
              <a:rPr lang="en-IN" dirty="0"/>
              <a:t> 2nd index to end</a:t>
            </a:r>
          </a:p>
          <a:p>
            <a:r>
              <a:rPr lang="en-IN" dirty="0"/>
              <a:t>'</a:t>
            </a:r>
            <a:r>
              <a:rPr lang="en-IN" dirty="0" err="1"/>
              <a:t>utube</a:t>
            </a:r>
            <a:r>
              <a:rPr lang="en-IN" dirty="0"/>
              <a:t>’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6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00F6-665A-06BC-271A-3895917AC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32F28-D739-9B56-15C2-86506B39C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Negative Indexing:</a:t>
            </a:r>
          </a:p>
          <a:p>
            <a:r>
              <a:rPr lang="en-IN" dirty="0"/>
              <a:t>0 1 2 3 4 5 6 </a:t>
            </a:r>
            <a:r>
              <a:rPr lang="en-IN" dirty="0">
                <a:hlinkClick r:id="rId2"/>
              </a:rPr>
              <a:t>#positive</a:t>
            </a:r>
            <a:r>
              <a:rPr lang="en-IN" dirty="0"/>
              <a:t> indexing</a:t>
            </a:r>
          </a:p>
          <a:p>
            <a:r>
              <a:rPr lang="en-IN" dirty="0"/>
              <a:t>y o u t u b e</a:t>
            </a:r>
          </a:p>
          <a:p>
            <a:r>
              <a:rPr lang="en-IN" dirty="0"/>
              <a:t>-7 -6 -5 -4 -3 -2 -1 </a:t>
            </a:r>
            <a:r>
              <a:rPr lang="en-IN" dirty="0">
                <a:hlinkClick r:id="rId3"/>
              </a:rPr>
              <a:t>#Negative</a:t>
            </a:r>
            <a:r>
              <a:rPr lang="en-IN" dirty="0"/>
              <a:t> indexing </a:t>
            </a:r>
          </a:p>
          <a:p>
            <a:r>
              <a:rPr lang="en-IN" dirty="0"/>
              <a:t>name[-1]</a:t>
            </a:r>
          </a:p>
          <a:p>
            <a:r>
              <a:rPr lang="en-IN" dirty="0"/>
              <a:t>'e’</a:t>
            </a:r>
          </a:p>
          <a:p>
            <a:r>
              <a:rPr lang="en-IN" dirty="0"/>
              <a:t>name[:-1]</a:t>
            </a:r>
          </a:p>
          <a:p>
            <a:r>
              <a:rPr lang="en-IN" dirty="0"/>
              <a:t>'</a:t>
            </a:r>
            <a:r>
              <a:rPr lang="en-IN" dirty="0" err="1"/>
              <a:t>youtub</a:t>
            </a:r>
            <a:r>
              <a:rPr lang="en-IN" dirty="0"/>
              <a:t>’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34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0E50-CD63-E7ED-3E70-7EA36FD5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B5467-90AE-1F1A-123F-A5B9C888D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name[:]</a:t>
            </a:r>
          </a:p>
          <a:p>
            <a:r>
              <a:rPr lang="en-IN" dirty="0"/>
              <a:t>‘</a:t>
            </a:r>
            <a:r>
              <a:rPr lang="en-IN" dirty="0" err="1"/>
              <a:t>youtube</a:t>
            </a:r>
            <a:r>
              <a:rPr lang="en-IN" dirty="0"/>
              <a:t>’</a:t>
            </a:r>
          </a:p>
          <a:p>
            <a:r>
              <a:rPr lang="en-IN" dirty="0"/>
              <a:t>name [:0]</a:t>
            </a:r>
          </a:p>
          <a:p>
            <a:r>
              <a:rPr lang="en-IN" dirty="0"/>
              <a:t>‘’</a:t>
            </a:r>
          </a:p>
          <a:p>
            <a:r>
              <a:rPr lang="en-IN" dirty="0"/>
              <a:t>name[-5:-2] </a:t>
            </a:r>
          </a:p>
          <a:p>
            <a:r>
              <a:rPr lang="en-IN" dirty="0"/>
              <a:t>'utu’ </a:t>
            </a:r>
          </a:p>
          <a:p>
            <a:r>
              <a:rPr lang="en-IN" dirty="0"/>
              <a:t>Concatenate String:</a:t>
            </a:r>
          </a:p>
          <a:p>
            <a:r>
              <a:rPr lang="en-IN" dirty="0"/>
              <a:t>name+ ' </a:t>
            </a:r>
            <a:r>
              <a:rPr lang="en-IN" dirty="0" err="1"/>
              <a:t>telusko</a:t>
            </a:r>
            <a:r>
              <a:rPr lang="en-IN" dirty="0"/>
              <a:t>’</a:t>
            </a:r>
          </a:p>
          <a:p>
            <a:r>
              <a:rPr lang="en-IN" dirty="0"/>
              <a:t>'</a:t>
            </a:r>
            <a:r>
              <a:rPr lang="en-IN" dirty="0" err="1"/>
              <a:t>youtube</a:t>
            </a:r>
            <a:r>
              <a:rPr lang="en-IN" dirty="0"/>
              <a:t> </a:t>
            </a:r>
            <a:r>
              <a:rPr lang="en-IN" dirty="0" err="1"/>
              <a:t>telusko</a:t>
            </a:r>
            <a:r>
              <a:rPr lang="en-IN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92055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032B2-4D4F-6C39-E627-2533A67C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B522BD-534B-4D59-73E6-E4569B888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35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105B55-87F4-C103-0470-FEC98A227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0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316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#4</vt:lpstr>
      <vt:lpstr>#4</vt:lpstr>
      <vt:lpstr>#4</vt:lpstr>
      <vt:lpstr>#4</vt:lpstr>
      <vt:lpstr>#4</vt:lpstr>
      <vt:lpstr>#4</vt:lpstr>
      <vt:lpstr>#4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Krishnaba Solanki</dc:creator>
  <cp:lastModifiedBy>Krishnaba Solanki</cp:lastModifiedBy>
  <cp:revision>15</cp:revision>
  <dcterms:created xsi:type="dcterms:W3CDTF">2026-06-21T06:48:49Z</dcterms:created>
  <dcterms:modified xsi:type="dcterms:W3CDTF">2026-06-21T07:23:48Z</dcterms:modified>
</cp:coreProperties>
</file>