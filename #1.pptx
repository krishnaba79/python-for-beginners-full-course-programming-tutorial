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C45E-1AAB-7D0E-7765-24E66A6B5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F008F-FFD7-F1D0-09E4-72A5E10D8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05FB3-F4FD-D025-A823-31DDDB332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2E962-3D9D-4B5A-AA47-780E1E5D9B3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555B7-6FE9-A77A-41DF-E4318CBC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D3AB1-EB99-79D1-0833-D5D2508A3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E34AC-2588-44A0-B416-010EDE844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633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950FD-E3CE-614E-13B2-4A9DEE73F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DD711-804F-83BC-C4EA-7CCAF1046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9D5A9-C122-5846-FD5A-BB76CE2A3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2E962-3D9D-4B5A-AA47-780E1E5D9B3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FE317-7238-040E-1DF5-7F66BC2F9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37533-FF28-2D99-297B-06CEDF1D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E34AC-2588-44A0-B416-010EDE844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40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E1A14-5654-4971-A7E9-B860CAD18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32675-8F9F-6D9D-B75C-64629EDC3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E063D-7727-531B-5F1C-CF49D0E84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2E962-3D9D-4B5A-AA47-780E1E5D9B3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A0CDA-DBA5-EF16-D5D3-3B414D49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5AE3D-F329-BA3D-6FEE-065C48E8C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E34AC-2588-44A0-B416-010EDE844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911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AB0FE-7774-F880-EAA0-0D9903FE9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5A591-11E3-FA78-4F35-7D6710842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2E23C-A276-C327-E422-40EE8DBE2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1B384-7321-5591-D36E-59BEE54A5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2E962-3D9D-4B5A-AA47-780E1E5D9B3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A1810-1122-A85A-08EE-F6C40EF6F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E2BEFB-8295-61D9-E8CD-0EA903039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E34AC-2588-44A0-B416-010EDE844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922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58FB4-304C-FAB9-BDA0-D8A5BF542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0D086-75FF-0424-AC01-507D86152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47FC7-1BE3-B6EC-026E-B7244AB68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A1FBA-3DF0-E2CC-005D-59D2EBBE08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BB3629-8942-8A8B-389B-2D5AEED7D6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BF6CFD-CFFE-9CC9-6A80-BC2FA1C5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2E962-3D9D-4B5A-AA47-780E1E5D9B3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1F192C-51EC-0C80-B0E4-9231E6260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EB11B-05BD-A598-3ECB-A7433370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E34AC-2588-44A0-B416-010EDE844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614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2B4C-E2E8-424C-E464-3E5B9C469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E50813-0C26-BA87-601C-E1F7631B5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2E962-3D9D-4B5A-AA47-780E1E5D9B3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87812-9086-A7C1-D0D1-E2F2AC915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CADDD-C3AD-CCB6-1A6E-BF0FC3B1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E34AC-2588-44A0-B416-010EDE844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628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C905AD-9781-F09D-25F4-5ED9E4AB5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2E962-3D9D-4B5A-AA47-780E1E5D9B3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8473D7-CAA9-B2E8-2282-12A349E0E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BE904-7D6B-9123-728E-960F59EE3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E34AC-2588-44A0-B416-010EDE844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476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90946-EDB7-8598-AA70-BD929FAE3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CB986-9AE4-B4C2-6BAB-53BF9F069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8BEDB-3718-9A15-8892-AF3F60D85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6FA5A-1197-88F8-4EBE-7246798F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2E962-3D9D-4B5A-AA47-780E1E5D9B3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D21FD-9DBB-15C1-E13A-4A0BA937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02FBB-578E-6FCD-6B20-BBBC42DE1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E34AC-2588-44A0-B416-010EDE844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827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D005D-F712-11E9-4F54-9A5C5A42C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50FD9D-DAC2-E4F5-2BF2-94929B09C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92AB1-3AA4-9475-9DC9-044B3842D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4EB2B-C919-E75B-85C1-2C35B4797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2E962-3D9D-4B5A-AA47-780E1E5D9B3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E8B6E-7423-4D23-A631-CA3B342F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17AEE-55C2-A042-0BA9-F885A2C4E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E34AC-2588-44A0-B416-010EDE844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77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05282-6715-1402-82F9-34CD1507F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84E237-38D3-CC77-D28A-2F6103BDC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EF8A4-5C2E-2BC9-971C-CE9073A25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2E962-3D9D-4B5A-AA47-780E1E5D9B3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53258-7F3B-A038-353A-30C319604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2E765-4399-38F4-C6D6-A07CC97B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E34AC-2588-44A0-B416-010EDE844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268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0DD98-83D9-43BD-577B-3DA178610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63DE3-F5C1-5816-3344-7D3D8CD6A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F7EC0-5CC3-CA47-5B52-92377D9EF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2E962-3D9D-4B5A-AA47-780E1E5D9B3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E007-4EAE-7584-7C87-F0458DDBA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455F6-23F2-A44F-27A6-0F606CFF1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E34AC-2588-44A0-B416-010EDE844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12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7DCA90-91BA-5AA2-C6A9-9C277704B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472ED-2885-2228-DB36-7FE886828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2597E-005C-3F38-6E66-DB1FD7AAC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2E962-3D9D-4B5A-AA47-780E1E5D9B3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C0B59-0912-CFDF-480F-620BFBC5A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AE15D-9316-6361-5A36-C619D2304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E34AC-2588-44A0-B416-010EDE844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970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FA36-F470-8D37-F982-95828CC6C8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#1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5999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73A19-1553-DEA4-FBDE-C43CFCA44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F66E3-EF8E-F30B-DD69-64DB93A4E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Python is the fastest-growing language in terms of: </a:t>
            </a:r>
          </a:p>
          <a:p>
            <a:r>
              <a:rPr lang="en-IN" dirty="0"/>
              <a:t>Number of developers using it </a:t>
            </a:r>
          </a:p>
          <a:p>
            <a:r>
              <a:rPr lang="en-IN" dirty="0"/>
              <a:t>Number of libraries present in python </a:t>
            </a:r>
          </a:p>
          <a:p>
            <a:r>
              <a:rPr lang="en-IN" dirty="0"/>
              <a:t>Number of companies using it </a:t>
            </a:r>
          </a:p>
          <a:p>
            <a:r>
              <a:rPr lang="en-IN" dirty="0"/>
              <a:t>It is used in many areas:</a:t>
            </a:r>
          </a:p>
          <a:p>
            <a:r>
              <a:rPr lang="en-IN" dirty="0"/>
              <a:t>Machine Learning </a:t>
            </a:r>
          </a:p>
          <a:p>
            <a:r>
              <a:rPr lang="en-IN" dirty="0"/>
              <a:t>GUI </a:t>
            </a:r>
          </a:p>
          <a:p>
            <a:r>
              <a:rPr lang="en-IN" dirty="0"/>
              <a:t>Software Development </a:t>
            </a:r>
          </a:p>
          <a:p>
            <a:r>
              <a:rPr lang="en-IN" dirty="0"/>
              <a:t>Web Development </a:t>
            </a:r>
          </a:p>
          <a:p>
            <a:r>
              <a:rPr lang="en-IN" dirty="0"/>
              <a:t>Python is also known as a general-purpose programming language.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794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65E7-B2F3-04CE-1CE2-33977D7E5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478F9-10DB-0B16-77B8-8A65F6C72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Python is a programming language. It is Interpreted, Object- Oriented, High- level language. </a:t>
            </a:r>
          </a:p>
          <a:p>
            <a:r>
              <a:rPr lang="en-IN" dirty="0"/>
              <a:t>-Python supports both procedure-based as well as object-oriented programming.</a:t>
            </a:r>
          </a:p>
          <a:p>
            <a:r>
              <a:rPr lang="en-IN" dirty="0"/>
              <a:t>Python is introduced in the year 1989. </a:t>
            </a:r>
          </a:p>
          <a:p>
            <a:r>
              <a:rPr lang="en-IN" dirty="0"/>
              <a:t>Python is the easiest language to learn, it is so simple than C, C++ and Java. </a:t>
            </a:r>
          </a:p>
          <a:p>
            <a:r>
              <a:rPr lang="en-IN" dirty="0"/>
              <a:t>Companies like Google, </a:t>
            </a:r>
            <a:r>
              <a:rPr lang="en-IN" dirty="0" err="1"/>
              <a:t>Youtube</a:t>
            </a:r>
            <a:r>
              <a:rPr lang="en-IN" dirty="0"/>
              <a:t>, Dropbox etc are using Python as a main language or a support language. </a:t>
            </a:r>
          </a:p>
          <a:p>
            <a:r>
              <a:rPr lang="en-IN" dirty="0"/>
              <a:t>The website known as Reddit is totally written in the python language. </a:t>
            </a:r>
          </a:p>
          <a:p>
            <a:r>
              <a:rPr lang="en-IN" dirty="0"/>
              <a:t>Python language was introduced by Guido Van Rossum.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6718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10589-84D4-EF64-A2D3-47569BCC7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EA7BC-BB91-2D7F-6A12-A78B371A6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19CF0-C01B-C66C-C551-C1D261664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Python language has multiple versions:</a:t>
            </a:r>
          </a:p>
          <a:p>
            <a:r>
              <a:rPr lang="en-IN" dirty="0"/>
              <a:t>Python 1.0 - January 1994 </a:t>
            </a:r>
          </a:p>
          <a:p>
            <a:r>
              <a:rPr lang="en-IN" dirty="0"/>
              <a:t>Python 2.0 - October 2000 </a:t>
            </a:r>
          </a:p>
          <a:p>
            <a:r>
              <a:rPr lang="en-IN" dirty="0"/>
              <a:t>Python 3.0 - December 2008 </a:t>
            </a:r>
          </a:p>
          <a:p>
            <a:r>
              <a:rPr lang="en-IN" dirty="0"/>
              <a:t>Python 2.0 is still used in the market but we will learn Python 3.0 in this course as it is the latest.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2281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</vt:lpstr>
      <vt:lpstr>#1</vt:lpstr>
      <vt:lpstr>#1</vt:lpstr>
      <vt:lpstr>#1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Krishnaba Solanki</dc:creator>
  <cp:lastModifiedBy>Krishnaba Solanki</cp:lastModifiedBy>
  <cp:revision>4</cp:revision>
  <dcterms:created xsi:type="dcterms:W3CDTF">2026-06-21T07:48:50Z</dcterms:created>
  <dcterms:modified xsi:type="dcterms:W3CDTF">2026-06-21T07:49:47Z</dcterms:modified>
</cp:coreProperties>
</file>